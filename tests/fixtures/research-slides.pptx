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00000" y="500000"/>
            <a:ext cx="8000000" cy="5000000"/>
          </a:xfrm>
          <a:prstGeom prst="rect">
            <a:avLst/>
          </a:prstGeom>
        </p:spPr>
        <p:txBody>
          <a:bodyPr/>
          <a:lstStyle/>
          <a:p>
            <a:r>
              <a:rPr lang="zh-CN"/>
              <a:t>讲解备注：观察壁画保存现状。</a:t>
            </a:r>
          </a:p>
        </p:txBody>
      </p:sp>
    </p:spTree>
  </p:cSld>
</p:notes>
</file>

<file path=ppt/slides/_rels/slide1.xml.rels><Relationships xmlns="http://schemas.openxmlformats.org/package/2006/relationships"><Relationship Id="notes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00000" y="500000"/>
            <a:ext cx="8000000" cy="5000000"/>
          </a:xfrm>
          <a:prstGeom prst="rect">
            <a:avLst/>
          </a:prstGeom>
        </p:spPr>
        <p:txBody>
          <a:bodyPr/>
          <a:lstStyle/>
          <a:p>
            <a:r>
              <a:rPr lang="zh-CN"/>
              <a:t>敦煌石窟研学</a:t>
            </a:r>
          </a:p>
          <a:p>
            <a:r>
              <a:rPr lang="zh-CN"/>
              <a:t>目的地：敦煌</a:t>
            </a:r>
          </a:p>
          <a:p>
            <a:r>
              <a:rPr lang="zh-CN"/>
              <a:t>研究问题：壁画为何褪色？</a:t>
            </a:r>
          </a:p>
        </p:txBody>
      </p:sp>
    </p:spTree>
  </p:cSld>
  <p:clrMapOvr>
    <a:masterClrMapping/>
  </p:clrMapOvr>
</p:sld>
</file>